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Montserrat" charset="1" panose="00000500000000000000"/>
      <p:regular r:id="rId18"/>
    </p:embeddedFont>
    <p:embeddedFont>
      <p:font typeface="Open Sauce Bold" charset="1" panose="00000800000000000000"/>
      <p:regular r:id="rId19"/>
    </p:embeddedFont>
    <p:embeddedFont>
      <p:font typeface="Aileron" charset="1" panose="00000500000000000000"/>
      <p:regular r:id="rId20"/>
    </p:embeddedFont>
    <p:embeddedFont>
      <p:font typeface="Aileron Bold" charset="1" panose="00000800000000000000"/>
      <p:regular r:id="rId21"/>
    </p:embeddedFont>
    <p:embeddedFont>
      <p:font typeface="Inter Ultra-Bold" charset="1" panose="02000503000000020004"/>
      <p:regular r:id="rId22"/>
    </p:embeddedFont>
    <p:embeddedFont>
      <p:font typeface="Sukar Bold" charset="1" panose="02000500000000000000"/>
      <p:regular r:id="rId23"/>
    </p:embeddedFont>
    <p:embeddedFont>
      <p:font typeface="Canva Sans" charset="1" panose="020B0503030501040103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11" Target="../media/image15.jpeg" Type="http://schemas.openxmlformats.org/officeDocument/2006/relationships/image"/><Relationship Id="rId12" Target="../media/image16.jpeg" Type="http://schemas.openxmlformats.org/officeDocument/2006/relationships/image"/><Relationship Id="rId13" Target="../media/image17.jpeg" Type="http://schemas.openxmlformats.org/officeDocument/2006/relationships/image"/><Relationship Id="rId2" Target="../media/image7.jpeg" Type="http://schemas.openxmlformats.org/officeDocument/2006/relationships/image"/><Relationship Id="rId3" Target="../media/image8.png" Type="http://schemas.openxmlformats.org/officeDocument/2006/relationships/image"/><Relationship Id="rId4" Target="../media/image5.png" Type="http://schemas.openxmlformats.org/officeDocument/2006/relationships/image"/><Relationship Id="rId5" Target="../media/image9.jpeg" Type="http://schemas.openxmlformats.org/officeDocument/2006/relationships/image"/><Relationship Id="rId6" Target="../media/image10.jpeg" Type="http://schemas.openxmlformats.org/officeDocument/2006/relationships/image"/><Relationship Id="rId7" Target="../media/image11.jpe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jpeg" Type="http://schemas.openxmlformats.org/officeDocument/2006/relationships/image"/><Relationship Id="rId3" Target="../media/image18.png" Type="http://schemas.openxmlformats.org/officeDocument/2006/relationships/image"/><Relationship Id="rId4" Target="../media/image1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4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7.png" Type="http://schemas.openxmlformats.org/officeDocument/2006/relationships/image"/><Relationship Id="rId5" Target="../media/image28.png" Type="http://schemas.openxmlformats.org/officeDocument/2006/relationships/image"/><Relationship Id="rId6" Target="../media/image2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Relationship Id="rId6" Target="../media/image3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3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90909"/>
          </a:xfrm>
          <a:custGeom>
            <a:avLst/>
            <a:gdLst/>
            <a:ahLst/>
            <a:cxnLst/>
            <a:rect r="r" b="b" t="t" l="l"/>
            <a:pathLst>
              <a:path h="10390909" w="18288000">
                <a:moveTo>
                  <a:pt x="0" y="0"/>
                </a:moveTo>
                <a:lnTo>
                  <a:pt x="18288000" y="0"/>
                </a:lnTo>
                <a:lnTo>
                  <a:pt x="18288000" y="10390909"/>
                </a:lnTo>
                <a:lnTo>
                  <a:pt x="0" y="10390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0800000">
            <a:off x="9327172" y="3787014"/>
            <a:ext cx="10334532" cy="9593735"/>
            <a:chOff x="0" y="0"/>
            <a:chExt cx="13779376" cy="12791647"/>
          </a:xfrm>
        </p:grpSpPr>
        <p:sp>
          <p:nvSpPr>
            <p:cNvPr name="Freeform 4" id="4"/>
            <p:cNvSpPr/>
            <p:nvPr/>
          </p:nvSpPr>
          <p:spPr>
            <a:xfrm flipH="false" flipV="true" rot="0">
              <a:off x="0" y="4058968"/>
              <a:ext cx="13779376" cy="8732679"/>
            </a:xfrm>
            <a:custGeom>
              <a:avLst/>
              <a:gdLst/>
              <a:ahLst/>
              <a:cxnLst/>
              <a:rect r="r" b="b" t="t" l="l"/>
              <a:pathLst>
                <a:path h="8732679" w="13779376">
                  <a:moveTo>
                    <a:pt x="0" y="8732679"/>
                  </a:moveTo>
                  <a:lnTo>
                    <a:pt x="13779376" y="8732679"/>
                  </a:lnTo>
                  <a:lnTo>
                    <a:pt x="13779376" y="0"/>
                  </a:lnTo>
                  <a:lnTo>
                    <a:pt x="0" y="0"/>
                  </a:lnTo>
                  <a:lnTo>
                    <a:pt x="0" y="8732679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5400000">
              <a:off x="918780" y="1867643"/>
              <a:ext cx="10060595" cy="8096647"/>
              <a:chOff x="0" y="0"/>
              <a:chExt cx="812800" cy="654132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812800" cy="654132"/>
              </a:xfrm>
              <a:custGeom>
                <a:avLst/>
                <a:gdLst/>
                <a:ahLst/>
                <a:cxnLst/>
                <a:rect r="r" b="b" t="t" l="l"/>
                <a:pathLst>
                  <a:path h="654132" w="812800">
                    <a:moveTo>
                      <a:pt x="406400" y="0"/>
                    </a:moveTo>
                    <a:lnTo>
                      <a:pt x="812800" y="654132"/>
                    </a:lnTo>
                    <a:lnTo>
                      <a:pt x="0" y="65413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1C3F6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127000" y="284654"/>
                <a:ext cx="558800" cy="322754"/>
              </a:xfrm>
              <a:prstGeom prst="rect">
                <a:avLst/>
              </a:prstGeom>
            </p:spPr>
            <p:txBody>
              <a:bodyPr anchor="ctr" rtlCol="false" tIns="72797" lIns="72797" bIns="72797" rIns="72797"/>
              <a:lstStyle/>
              <a:p>
                <a:pPr algn="ctr">
                  <a:lnSpc>
                    <a:spcPts val="1632"/>
                  </a:lnSpc>
                  <a:spcBef>
                    <a:spcPct val="0"/>
                  </a:spcBef>
                </a:pPr>
              </a:p>
            </p:txBody>
          </p:sp>
        </p:grpSp>
        <p:grpSp>
          <p:nvGrpSpPr>
            <p:cNvPr name="Group 8" id="8"/>
            <p:cNvGrpSpPr/>
            <p:nvPr/>
          </p:nvGrpSpPr>
          <p:grpSpPr>
            <a:xfrm rot="5400000">
              <a:off x="807359" y="981974"/>
              <a:ext cx="10060595" cy="8096647"/>
              <a:chOff x="0" y="0"/>
              <a:chExt cx="812800" cy="654132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812800" cy="654132"/>
              </a:xfrm>
              <a:custGeom>
                <a:avLst/>
                <a:gdLst/>
                <a:ahLst/>
                <a:cxnLst/>
                <a:rect r="r" b="b" t="t" l="l"/>
                <a:pathLst>
                  <a:path h="654132" w="812800">
                    <a:moveTo>
                      <a:pt x="406400" y="0"/>
                    </a:moveTo>
                    <a:lnTo>
                      <a:pt x="812800" y="654132"/>
                    </a:lnTo>
                    <a:lnTo>
                      <a:pt x="0" y="654132"/>
                    </a:lnTo>
                    <a:lnTo>
                      <a:pt x="406400" y="0"/>
                    </a:lnTo>
                    <a:close/>
                  </a:path>
                </a:pathLst>
              </a:custGeom>
              <a:solidFill>
                <a:srgbClr val="F3F6FA"/>
              </a:solidFill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127000" y="284654"/>
                <a:ext cx="558800" cy="322754"/>
              </a:xfrm>
              <a:prstGeom prst="rect">
                <a:avLst/>
              </a:prstGeom>
            </p:spPr>
            <p:txBody>
              <a:bodyPr anchor="ctr" rtlCol="false" tIns="72797" lIns="72797" bIns="72797" rIns="72797"/>
              <a:lstStyle/>
              <a:p>
                <a:pPr algn="ctr">
                  <a:lnSpc>
                    <a:spcPts val="1632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1" id="11"/>
          <p:cNvSpPr/>
          <p:nvPr/>
        </p:nvSpPr>
        <p:spPr>
          <a:xfrm flipH="false" flipV="true" rot="0">
            <a:off x="-1359416" y="14182"/>
            <a:ext cx="10334532" cy="6549509"/>
          </a:xfrm>
          <a:custGeom>
            <a:avLst/>
            <a:gdLst/>
            <a:ahLst/>
            <a:cxnLst/>
            <a:rect r="r" b="b" t="t" l="l"/>
            <a:pathLst>
              <a:path h="6549509" w="10334532">
                <a:moveTo>
                  <a:pt x="0" y="6549510"/>
                </a:moveTo>
                <a:lnTo>
                  <a:pt x="10334532" y="6549510"/>
                </a:lnTo>
                <a:lnTo>
                  <a:pt x="10334532" y="0"/>
                </a:lnTo>
                <a:lnTo>
                  <a:pt x="0" y="0"/>
                </a:lnTo>
                <a:lnTo>
                  <a:pt x="0" y="654951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5400000">
            <a:off x="-670331" y="-1629311"/>
            <a:ext cx="7545446" cy="6072485"/>
            <a:chOff x="0" y="0"/>
            <a:chExt cx="812800" cy="6541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654132"/>
            </a:xfrm>
            <a:custGeom>
              <a:avLst/>
              <a:gdLst/>
              <a:ahLst/>
              <a:cxnLst/>
              <a:rect r="r" b="b" t="t" l="l"/>
              <a:pathLst>
                <a:path h="654132" w="812800">
                  <a:moveTo>
                    <a:pt x="406400" y="0"/>
                  </a:moveTo>
                  <a:lnTo>
                    <a:pt x="812800" y="654132"/>
                  </a:lnTo>
                  <a:lnTo>
                    <a:pt x="0" y="65413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127000" y="284654"/>
              <a:ext cx="558800" cy="322754"/>
            </a:xfrm>
            <a:prstGeom prst="rect">
              <a:avLst/>
            </a:prstGeom>
          </p:spPr>
          <p:txBody>
            <a:bodyPr anchor="ctr" rtlCol="false" tIns="72797" lIns="72797" bIns="72797" rIns="72797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5400000">
            <a:off x="-753897" y="-2293563"/>
            <a:ext cx="7545446" cy="6072485"/>
            <a:chOff x="0" y="0"/>
            <a:chExt cx="812800" cy="6541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654132"/>
            </a:xfrm>
            <a:custGeom>
              <a:avLst/>
              <a:gdLst/>
              <a:ahLst/>
              <a:cxnLst/>
              <a:rect r="r" b="b" t="t" l="l"/>
              <a:pathLst>
                <a:path h="654132" w="812800">
                  <a:moveTo>
                    <a:pt x="406400" y="0"/>
                  </a:moveTo>
                  <a:lnTo>
                    <a:pt x="812800" y="654132"/>
                  </a:lnTo>
                  <a:lnTo>
                    <a:pt x="0" y="65413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127000" y="284654"/>
              <a:ext cx="558800" cy="322754"/>
            </a:xfrm>
            <a:prstGeom prst="rect">
              <a:avLst/>
            </a:prstGeom>
          </p:spPr>
          <p:txBody>
            <a:bodyPr anchor="ctr" rtlCol="false" tIns="72797" lIns="72797" bIns="72797" rIns="72797"/>
            <a:lstStyle/>
            <a:p>
              <a:pPr algn="ctr">
                <a:lnSpc>
                  <a:spcPts val="1632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559060" y="455011"/>
            <a:ext cx="1205981" cy="1147378"/>
          </a:xfrm>
          <a:custGeom>
            <a:avLst/>
            <a:gdLst/>
            <a:ahLst/>
            <a:cxnLst/>
            <a:rect r="r" b="b" t="t" l="l"/>
            <a:pathLst>
              <a:path h="1147378" w="1205981">
                <a:moveTo>
                  <a:pt x="0" y="0"/>
                </a:moveTo>
                <a:lnTo>
                  <a:pt x="1205980" y="0"/>
                </a:lnTo>
                <a:lnTo>
                  <a:pt x="1205980" y="1147378"/>
                </a:lnTo>
                <a:lnTo>
                  <a:pt x="0" y="11473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612183" y="7744653"/>
            <a:ext cx="2315262" cy="2315262"/>
          </a:xfrm>
          <a:custGeom>
            <a:avLst/>
            <a:gdLst/>
            <a:ahLst/>
            <a:cxnLst/>
            <a:rect r="r" b="b" t="t" l="l"/>
            <a:pathLst>
              <a:path h="2315262" w="2315262">
                <a:moveTo>
                  <a:pt x="0" y="0"/>
                </a:moveTo>
                <a:lnTo>
                  <a:pt x="2315262" y="0"/>
                </a:lnTo>
                <a:lnTo>
                  <a:pt x="2315262" y="2315262"/>
                </a:lnTo>
                <a:lnTo>
                  <a:pt x="0" y="231526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948120" y="422120"/>
            <a:ext cx="1154272" cy="1180270"/>
          </a:xfrm>
          <a:custGeom>
            <a:avLst/>
            <a:gdLst/>
            <a:ahLst/>
            <a:cxnLst/>
            <a:rect r="r" b="b" t="t" l="l"/>
            <a:pathLst>
              <a:path h="1180270" w="1154272">
                <a:moveTo>
                  <a:pt x="0" y="0"/>
                </a:moveTo>
                <a:lnTo>
                  <a:pt x="1154272" y="0"/>
                </a:lnTo>
                <a:lnTo>
                  <a:pt x="1154272" y="1180269"/>
                </a:lnTo>
                <a:lnTo>
                  <a:pt x="0" y="118026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0340533" y="290576"/>
            <a:ext cx="7644062" cy="1476248"/>
            <a:chOff x="0" y="0"/>
            <a:chExt cx="10192083" cy="1968331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860421"/>
              <a:ext cx="10192083" cy="11079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7094"/>
                </a:lnSpc>
              </a:pPr>
              <a:r>
                <a:rPr lang="en-US" b="true" sz="5067" spc="-177">
                  <a:solidFill>
                    <a:srgbClr val="F3F6FA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MIKROKONTROLLER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4037182" y="-85725"/>
              <a:ext cx="6154901" cy="10318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6562"/>
                </a:lnSpc>
              </a:pPr>
              <a:r>
                <a:rPr lang="en-US" sz="4687">
                  <a:solidFill>
                    <a:srgbClr val="F3F6FA"/>
                  </a:solidFill>
                  <a:latin typeface="Montserrat"/>
                  <a:ea typeface="Montserrat"/>
                  <a:cs typeface="Montserrat"/>
                  <a:sym typeface="Montserrat"/>
                </a:rPr>
                <a:t>WORKSHOP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239249" y="4039058"/>
            <a:ext cx="13809501" cy="17477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94"/>
              </a:lnSpc>
            </a:pPr>
            <a:r>
              <a:rPr lang="en-US" b="true" sz="5067" spc="-177">
                <a:solidFill>
                  <a:srgbClr val="F3F6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SMART HOME : </a:t>
            </a:r>
          </a:p>
          <a:p>
            <a:pPr algn="ctr">
              <a:lnSpc>
                <a:spcPts val="7094"/>
              </a:lnSpc>
            </a:pPr>
            <a:r>
              <a:rPr lang="en-US" b="true" sz="5067" spc="-177">
                <a:solidFill>
                  <a:srgbClr val="F3F6F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ELECTRONIC SAFETY &amp; CONTROL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476792" y="5780169"/>
            <a:ext cx="7334417" cy="11932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6"/>
              </a:lnSpc>
            </a:pPr>
            <a:r>
              <a:rPr lang="en-US" sz="3433">
                <a:solidFill>
                  <a:srgbClr val="F3F6FA"/>
                </a:solidFill>
                <a:latin typeface="Montserrat"/>
                <a:ea typeface="Montserrat"/>
                <a:cs typeface="Montserrat"/>
                <a:sym typeface="Montserrat"/>
              </a:rPr>
              <a:t>ENHANCING HOME SAFETY THROUGH SMART TECHNOLOGY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80000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0" t="-18444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151732" y="-1211609"/>
            <a:ext cx="8229600" cy="8188452"/>
          </a:xfrm>
          <a:custGeom>
            <a:avLst/>
            <a:gdLst/>
            <a:ahLst/>
            <a:cxnLst/>
            <a:rect r="r" b="b" t="t" l="l"/>
            <a:pathLst>
              <a:path h="8188452" w="8229600">
                <a:moveTo>
                  <a:pt x="0" y="0"/>
                </a:moveTo>
                <a:lnTo>
                  <a:pt x="8229600" y="0"/>
                </a:lnTo>
                <a:lnTo>
                  <a:pt x="8229600" y="8188452"/>
                </a:lnTo>
                <a:lnTo>
                  <a:pt x="0" y="818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0953" y="-887759"/>
            <a:ext cx="8229600" cy="8188452"/>
          </a:xfrm>
          <a:custGeom>
            <a:avLst/>
            <a:gdLst/>
            <a:ahLst/>
            <a:cxnLst/>
            <a:rect r="r" b="b" t="t" l="l"/>
            <a:pathLst>
              <a:path h="8188452" w="8229600">
                <a:moveTo>
                  <a:pt x="0" y="0"/>
                </a:moveTo>
                <a:lnTo>
                  <a:pt x="8229600" y="0"/>
                </a:lnTo>
                <a:lnTo>
                  <a:pt x="8229600" y="8188452"/>
                </a:lnTo>
                <a:lnTo>
                  <a:pt x="0" y="818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688116" y="6067685"/>
            <a:ext cx="2369005" cy="2681660"/>
            <a:chOff x="0" y="0"/>
            <a:chExt cx="718036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8036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36">
                  <a:moveTo>
                    <a:pt x="0" y="0"/>
                  </a:moveTo>
                  <a:lnTo>
                    <a:pt x="718036" y="0"/>
                  </a:lnTo>
                  <a:lnTo>
                    <a:pt x="7180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718036" cy="841375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224817" y="6067685"/>
            <a:ext cx="2369005" cy="2681660"/>
            <a:chOff x="0" y="0"/>
            <a:chExt cx="718036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18036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36">
                  <a:moveTo>
                    <a:pt x="0" y="0"/>
                  </a:moveTo>
                  <a:lnTo>
                    <a:pt x="718036" y="0"/>
                  </a:lnTo>
                  <a:lnTo>
                    <a:pt x="7180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718036" cy="841375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4005212" y="5152054"/>
            <a:ext cx="8229600" cy="8188452"/>
          </a:xfrm>
          <a:custGeom>
            <a:avLst/>
            <a:gdLst/>
            <a:ahLst/>
            <a:cxnLst/>
            <a:rect r="r" b="b" t="t" l="l"/>
            <a:pathLst>
              <a:path h="8188452" w="8229600">
                <a:moveTo>
                  <a:pt x="0" y="0"/>
                </a:moveTo>
                <a:lnTo>
                  <a:pt x="8229600" y="0"/>
                </a:lnTo>
                <a:lnTo>
                  <a:pt x="8229600" y="8188452"/>
                </a:lnTo>
                <a:lnTo>
                  <a:pt x="0" y="818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482242" y="6067685"/>
            <a:ext cx="2369005" cy="2681660"/>
            <a:chOff x="0" y="0"/>
            <a:chExt cx="718036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8036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36">
                  <a:moveTo>
                    <a:pt x="0" y="0"/>
                  </a:moveTo>
                  <a:lnTo>
                    <a:pt x="718036" y="0"/>
                  </a:lnTo>
                  <a:lnTo>
                    <a:pt x="7180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718036" cy="841375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4155169" y="-429941"/>
            <a:ext cx="9836731" cy="10033622"/>
          </a:xfrm>
          <a:custGeom>
            <a:avLst/>
            <a:gdLst/>
            <a:ahLst/>
            <a:cxnLst/>
            <a:rect r="r" b="b" t="t" l="l"/>
            <a:pathLst>
              <a:path h="10033622" w="9836731">
                <a:moveTo>
                  <a:pt x="0" y="0"/>
                </a:moveTo>
                <a:lnTo>
                  <a:pt x="9836731" y="0"/>
                </a:lnTo>
                <a:lnTo>
                  <a:pt x="9836731" y="10033622"/>
                </a:lnTo>
                <a:lnTo>
                  <a:pt x="0" y="100336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8999"/>
            </a:blip>
            <a:stretch>
              <a:fillRect l="-34547" t="-21118" r="-38061" b="-48102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827247" y="6233220"/>
            <a:ext cx="2090743" cy="2741753"/>
            <a:chOff x="0" y="0"/>
            <a:chExt cx="2787657" cy="3655671"/>
          </a:xfrm>
        </p:grpSpPr>
        <p:pic>
          <p:nvPicPr>
            <p:cNvPr name="Picture 17" id="17"/>
            <p:cNvPicPr>
              <a:picLocks noChangeAspect="true"/>
            </p:cNvPicPr>
            <p:nvPr/>
          </p:nvPicPr>
          <p:blipFill>
            <a:blip r:embed="rId5"/>
            <a:srcRect l="11872" t="0" r="11872" b="0"/>
            <a:stretch>
              <a:fillRect/>
            </a:stretch>
          </p:blipFill>
          <p:spPr>
            <a:xfrm flipH="false" flipV="false">
              <a:off x="0" y="0"/>
              <a:ext cx="2787657" cy="3655671"/>
            </a:xfrm>
            <a:prstGeom prst="rect">
              <a:avLst/>
            </a:prstGeom>
          </p:spPr>
        </p:pic>
      </p:grpSp>
      <p:grpSp>
        <p:nvGrpSpPr>
          <p:cNvPr name="Group 18" id="18"/>
          <p:cNvGrpSpPr/>
          <p:nvPr/>
        </p:nvGrpSpPr>
        <p:grpSpPr>
          <a:xfrm rot="0">
            <a:off x="11363948" y="6233220"/>
            <a:ext cx="2090743" cy="2741753"/>
            <a:chOff x="0" y="0"/>
            <a:chExt cx="2787657" cy="3655671"/>
          </a:xfrm>
        </p:grpSpPr>
        <p:pic>
          <p:nvPicPr>
            <p:cNvPr name="Picture 19" id="19"/>
            <p:cNvPicPr>
              <a:picLocks noChangeAspect="true"/>
            </p:cNvPicPr>
            <p:nvPr/>
          </p:nvPicPr>
          <p:blipFill>
            <a:blip r:embed="rId6"/>
            <a:srcRect l="11872" t="0" r="11872" b="0"/>
            <a:stretch>
              <a:fillRect/>
            </a:stretch>
          </p:blipFill>
          <p:spPr>
            <a:xfrm flipH="false" flipV="false">
              <a:off x="0" y="0"/>
              <a:ext cx="2787657" cy="3655671"/>
            </a:xfrm>
            <a:prstGeom prst="rect">
              <a:avLst/>
            </a:prstGeom>
          </p:spPr>
        </p:pic>
      </p:grpSp>
      <p:grpSp>
        <p:nvGrpSpPr>
          <p:cNvPr name="Group 20" id="20"/>
          <p:cNvGrpSpPr/>
          <p:nvPr/>
        </p:nvGrpSpPr>
        <p:grpSpPr>
          <a:xfrm rot="0">
            <a:off x="14621373" y="6233220"/>
            <a:ext cx="2090743" cy="2741753"/>
            <a:chOff x="0" y="0"/>
            <a:chExt cx="2787657" cy="3655671"/>
          </a:xfrm>
        </p:grpSpPr>
        <p:pic>
          <p:nvPicPr>
            <p:cNvPr name="Picture 21" id="21"/>
            <p:cNvPicPr>
              <a:picLocks noChangeAspect="true"/>
            </p:cNvPicPr>
            <p:nvPr/>
          </p:nvPicPr>
          <p:blipFill>
            <a:blip r:embed="rId7"/>
            <a:srcRect l="11872" t="0" r="11872" b="0"/>
            <a:stretch>
              <a:fillRect/>
            </a:stretch>
          </p:blipFill>
          <p:spPr>
            <a:xfrm flipH="false" flipV="false">
              <a:off x="0" y="0"/>
              <a:ext cx="2787657" cy="3655671"/>
            </a:xfrm>
            <a:prstGeom prst="rect">
              <a:avLst/>
            </a:prstGeom>
          </p:spPr>
        </p:pic>
      </p:grpSp>
      <p:sp>
        <p:nvSpPr>
          <p:cNvPr name="Freeform 22" id="22"/>
          <p:cNvSpPr/>
          <p:nvPr/>
        </p:nvSpPr>
        <p:spPr>
          <a:xfrm flipH="false" flipV="false" rot="0">
            <a:off x="4416892" y="9051919"/>
            <a:ext cx="2828028" cy="180287"/>
          </a:xfrm>
          <a:custGeom>
            <a:avLst/>
            <a:gdLst/>
            <a:ahLst/>
            <a:cxnLst/>
            <a:rect r="r" b="b" t="t" l="l"/>
            <a:pathLst>
              <a:path h="180287" w="2828028">
                <a:moveTo>
                  <a:pt x="0" y="0"/>
                </a:moveTo>
                <a:lnTo>
                  <a:pt x="2828028" y="0"/>
                </a:lnTo>
                <a:lnTo>
                  <a:pt x="2828028" y="180287"/>
                </a:lnTo>
                <a:lnTo>
                  <a:pt x="0" y="180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0995305" y="9051919"/>
            <a:ext cx="2828028" cy="180287"/>
          </a:xfrm>
          <a:custGeom>
            <a:avLst/>
            <a:gdLst/>
            <a:ahLst/>
            <a:cxnLst/>
            <a:rect r="r" b="b" t="t" l="l"/>
            <a:pathLst>
              <a:path h="180287" w="2828028">
                <a:moveTo>
                  <a:pt x="0" y="0"/>
                </a:moveTo>
                <a:lnTo>
                  <a:pt x="2828028" y="0"/>
                </a:lnTo>
                <a:lnTo>
                  <a:pt x="2828028" y="180287"/>
                </a:lnTo>
                <a:lnTo>
                  <a:pt x="0" y="180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4254254" y="9051919"/>
            <a:ext cx="2828028" cy="180287"/>
          </a:xfrm>
          <a:custGeom>
            <a:avLst/>
            <a:gdLst/>
            <a:ahLst/>
            <a:cxnLst/>
            <a:rect r="r" b="b" t="t" l="l"/>
            <a:pathLst>
              <a:path h="180287" w="2828028">
                <a:moveTo>
                  <a:pt x="0" y="0"/>
                </a:moveTo>
                <a:lnTo>
                  <a:pt x="2828028" y="0"/>
                </a:lnTo>
                <a:lnTo>
                  <a:pt x="2828028" y="180287"/>
                </a:lnTo>
                <a:lnTo>
                  <a:pt x="0" y="180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-2732063" y="3649481"/>
            <a:ext cx="8229600" cy="8188452"/>
          </a:xfrm>
          <a:custGeom>
            <a:avLst/>
            <a:gdLst/>
            <a:ahLst/>
            <a:cxnLst/>
            <a:rect r="r" b="b" t="t" l="l"/>
            <a:pathLst>
              <a:path h="8188452" w="8229600">
                <a:moveTo>
                  <a:pt x="0" y="0"/>
                </a:moveTo>
                <a:lnTo>
                  <a:pt x="8229600" y="0"/>
                </a:lnTo>
                <a:lnTo>
                  <a:pt x="8229600" y="8188452"/>
                </a:lnTo>
                <a:lnTo>
                  <a:pt x="0" y="81884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true" rot="0">
            <a:off x="0" y="0"/>
            <a:ext cx="4838543" cy="4937289"/>
          </a:xfrm>
          <a:custGeom>
            <a:avLst/>
            <a:gdLst/>
            <a:ahLst/>
            <a:cxnLst/>
            <a:rect r="r" b="b" t="t" l="l"/>
            <a:pathLst>
              <a:path h="4937289" w="4838543">
                <a:moveTo>
                  <a:pt x="0" y="4937289"/>
                </a:moveTo>
                <a:lnTo>
                  <a:pt x="4838543" y="4937289"/>
                </a:lnTo>
                <a:lnTo>
                  <a:pt x="4838543" y="0"/>
                </a:lnTo>
                <a:lnTo>
                  <a:pt x="0" y="0"/>
                </a:lnTo>
                <a:lnTo>
                  <a:pt x="0" y="493728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true" flipV="true" rot="0">
            <a:off x="13449457" y="0"/>
            <a:ext cx="4838543" cy="4937289"/>
          </a:xfrm>
          <a:custGeom>
            <a:avLst/>
            <a:gdLst/>
            <a:ahLst/>
            <a:cxnLst/>
            <a:rect r="r" b="b" t="t" l="l"/>
            <a:pathLst>
              <a:path h="4937289" w="4838543">
                <a:moveTo>
                  <a:pt x="4838543" y="4937289"/>
                </a:moveTo>
                <a:lnTo>
                  <a:pt x="0" y="4937289"/>
                </a:lnTo>
                <a:lnTo>
                  <a:pt x="0" y="0"/>
                </a:lnTo>
                <a:lnTo>
                  <a:pt x="4838543" y="0"/>
                </a:lnTo>
                <a:lnTo>
                  <a:pt x="4838543" y="4937289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435230" y="6067685"/>
            <a:ext cx="2369005" cy="2681660"/>
            <a:chOff x="0" y="0"/>
            <a:chExt cx="718036" cy="8128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18036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36">
                  <a:moveTo>
                    <a:pt x="0" y="0"/>
                  </a:moveTo>
                  <a:lnTo>
                    <a:pt x="718036" y="0"/>
                  </a:lnTo>
                  <a:lnTo>
                    <a:pt x="7180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718036" cy="841375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574361" y="6233220"/>
            <a:ext cx="2090743" cy="2741753"/>
            <a:chOff x="0" y="0"/>
            <a:chExt cx="2787657" cy="3655671"/>
          </a:xfrm>
        </p:grpSpPr>
        <p:pic>
          <p:nvPicPr>
            <p:cNvPr name="Picture 32" id="32"/>
            <p:cNvPicPr>
              <a:picLocks noChangeAspect="true"/>
            </p:cNvPicPr>
            <p:nvPr/>
          </p:nvPicPr>
          <p:blipFill>
            <a:blip r:embed="rId11"/>
            <a:srcRect l="11872" t="0" r="11872" b="0"/>
            <a:stretch>
              <a:fillRect/>
            </a:stretch>
          </p:blipFill>
          <p:spPr>
            <a:xfrm flipH="false" flipV="false">
              <a:off x="0" y="0"/>
              <a:ext cx="2787657" cy="3655671"/>
            </a:xfrm>
            <a:prstGeom prst="rect">
              <a:avLst/>
            </a:prstGeom>
          </p:spPr>
        </p:pic>
      </p:grpSp>
      <p:sp>
        <p:nvSpPr>
          <p:cNvPr name="Freeform 33" id="33"/>
          <p:cNvSpPr/>
          <p:nvPr/>
        </p:nvSpPr>
        <p:spPr>
          <a:xfrm flipH="false" flipV="false" rot="0">
            <a:off x="1205718" y="9051919"/>
            <a:ext cx="2828028" cy="180287"/>
          </a:xfrm>
          <a:custGeom>
            <a:avLst/>
            <a:gdLst/>
            <a:ahLst/>
            <a:cxnLst/>
            <a:rect r="r" b="b" t="t" l="l"/>
            <a:pathLst>
              <a:path h="180287" w="2828028">
                <a:moveTo>
                  <a:pt x="0" y="0"/>
                </a:moveTo>
                <a:lnTo>
                  <a:pt x="2828028" y="0"/>
                </a:lnTo>
                <a:lnTo>
                  <a:pt x="2828028" y="180287"/>
                </a:lnTo>
                <a:lnTo>
                  <a:pt x="0" y="18028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864478" y="5674696"/>
            <a:ext cx="2418113" cy="2737250"/>
            <a:chOff x="0" y="0"/>
            <a:chExt cx="718036" cy="8128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18036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36">
                  <a:moveTo>
                    <a:pt x="0" y="0"/>
                  </a:moveTo>
                  <a:lnTo>
                    <a:pt x="718036" y="0"/>
                  </a:lnTo>
                  <a:lnTo>
                    <a:pt x="7180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718036" cy="841375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06493" y="5719427"/>
            <a:ext cx="2134083" cy="2798588"/>
            <a:chOff x="0" y="0"/>
            <a:chExt cx="2845445" cy="3731451"/>
          </a:xfrm>
        </p:grpSpPr>
        <p:pic>
          <p:nvPicPr>
            <p:cNvPr name="Picture 38" id="38"/>
            <p:cNvPicPr>
              <a:picLocks noChangeAspect="true"/>
            </p:cNvPicPr>
            <p:nvPr/>
          </p:nvPicPr>
          <p:blipFill>
            <a:blip r:embed="rId12"/>
            <a:srcRect l="11872" t="0" r="11872" b="0"/>
            <a:stretch>
              <a:fillRect/>
            </a:stretch>
          </p:blipFill>
          <p:spPr>
            <a:xfrm flipH="false" flipV="false">
              <a:off x="0" y="0"/>
              <a:ext cx="2845445" cy="3731451"/>
            </a:xfrm>
            <a:prstGeom prst="rect">
              <a:avLst/>
            </a:prstGeom>
          </p:spPr>
        </p:pic>
      </p:grpSp>
      <p:sp>
        <p:nvSpPr>
          <p:cNvPr name="Freeform 39" id="39"/>
          <p:cNvSpPr/>
          <p:nvPr/>
        </p:nvSpPr>
        <p:spPr>
          <a:xfrm flipH="false" flipV="false" rot="0">
            <a:off x="7400043" y="8877192"/>
            <a:ext cx="3059567" cy="195047"/>
          </a:xfrm>
          <a:custGeom>
            <a:avLst/>
            <a:gdLst/>
            <a:ahLst/>
            <a:cxnLst/>
            <a:rect r="r" b="b" t="t" l="l"/>
            <a:pathLst>
              <a:path h="195047" w="3059567">
                <a:moveTo>
                  <a:pt x="0" y="0"/>
                </a:moveTo>
                <a:lnTo>
                  <a:pt x="3059567" y="0"/>
                </a:lnTo>
                <a:lnTo>
                  <a:pt x="3059567" y="195048"/>
                </a:lnTo>
                <a:lnTo>
                  <a:pt x="0" y="1950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7708980" y="8223662"/>
            <a:ext cx="2729110" cy="626739"/>
            <a:chOff x="0" y="0"/>
            <a:chExt cx="810383" cy="1861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0383" cy="186104"/>
            </a:xfrm>
            <a:custGeom>
              <a:avLst/>
              <a:gdLst/>
              <a:ahLst/>
              <a:cxnLst/>
              <a:rect r="r" b="b" t="t" l="l"/>
              <a:pathLst>
                <a:path h="186104" w="810383">
                  <a:moveTo>
                    <a:pt x="0" y="0"/>
                  </a:moveTo>
                  <a:lnTo>
                    <a:pt x="810383" y="0"/>
                  </a:lnTo>
                  <a:lnTo>
                    <a:pt x="810383" y="186104"/>
                  </a:lnTo>
                  <a:lnTo>
                    <a:pt x="0" y="186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810383" cy="214679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4299583" y="8435976"/>
            <a:ext cx="2729110" cy="626739"/>
            <a:chOff x="0" y="0"/>
            <a:chExt cx="810383" cy="18610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10383" cy="186104"/>
            </a:xfrm>
            <a:custGeom>
              <a:avLst/>
              <a:gdLst/>
              <a:ahLst/>
              <a:cxnLst/>
              <a:rect r="r" b="b" t="t" l="l"/>
              <a:pathLst>
                <a:path h="186104" w="810383">
                  <a:moveTo>
                    <a:pt x="0" y="0"/>
                  </a:moveTo>
                  <a:lnTo>
                    <a:pt x="810383" y="0"/>
                  </a:lnTo>
                  <a:lnTo>
                    <a:pt x="810383" y="186104"/>
                  </a:lnTo>
                  <a:lnTo>
                    <a:pt x="0" y="186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810383" cy="214679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973015" y="8435976"/>
            <a:ext cx="2729110" cy="626739"/>
            <a:chOff x="0" y="0"/>
            <a:chExt cx="810383" cy="18610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10383" cy="186104"/>
            </a:xfrm>
            <a:custGeom>
              <a:avLst/>
              <a:gdLst/>
              <a:ahLst/>
              <a:cxnLst/>
              <a:rect r="r" b="b" t="t" l="l"/>
              <a:pathLst>
                <a:path h="186104" w="810383">
                  <a:moveTo>
                    <a:pt x="0" y="0"/>
                  </a:moveTo>
                  <a:lnTo>
                    <a:pt x="810383" y="0"/>
                  </a:lnTo>
                  <a:lnTo>
                    <a:pt x="810383" y="186104"/>
                  </a:lnTo>
                  <a:lnTo>
                    <a:pt x="0" y="186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28575"/>
              <a:ext cx="810383" cy="214679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4508063" y="8435976"/>
            <a:ext cx="2729110" cy="626739"/>
            <a:chOff x="0" y="0"/>
            <a:chExt cx="810383" cy="1861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10383" cy="186104"/>
            </a:xfrm>
            <a:custGeom>
              <a:avLst/>
              <a:gdLst/>
              <a:ahLst/>
              <a:cxnLst/>
              <a:rect r="r" b="b" t="t" l="l"/>
              <a:pathLst>
                <a:path h="186104" w="810383">
                  <a:moveTo>
                    <a:pt x="0" y="0"/>
                  </a:moveTo>
                  <a:lnTo>
                    <a:pt x="810383" y="0"/>
                  </a:lnTo>
                  <a:lnTo>
                    <a:pt x="810383" y="186104"/>
                  </a:lnTo>
                  <a:lnTo>
                    <a:pt x="0" y="186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28575"/>
              <a:ext cx="810383" cy="214679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258519" y="8435976"/>
            <a:ext cx="2729110" cy="626739"/>
            <a:chOff x="0" y="0"/>
            <a:chExt cx="810383" cy="18610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810383" cy="186104"/>
            </a:xfrm>
            <a:custGeom>
              <a:avLst/>
              <a:gdLst/>
              <a:ahLst/>
              <a:cxnLst/>
              <a:rect r="r" b="b" t="t" l="l"/>
              <a:pathLst>
                <a:path h="186104" w="810383">
                  <a:moveTo>
                    <a:pt x="0" y="0"/>
                  </a:moveTo>
                  <a:lnTo>
                    <a:pt x="810383" y="0"/>
                  </a:lnTo>
                  <a:lnTo>
                    <a:pt x="810383" y="186104"/>
                  </a:lnTo>
                  <a:lnTo>
                    <a:pt x="0" y="186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28575"/>
              <a:ext cx="810383" cy="214679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352498" y="9537006"/>
            <a:ext cx="1948783" cy="491858"/>
            <a:chOff x="0" y="0"/>
            <a:chExt cx="634455" cy="16013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4455" cy="160131"/>
            </a:xfrm>
            <a:custGeom>
              <a:avLst/>
              <a:gdLst/>
              <a:ahLst/>
              <a:cxnLst/>
              <a:rect r="r" b="b" t="t" l="l"/>
              <a:pathLst>
                <a:path h="160131" w="634455">
                  <a:moveTo>
                    <a:pt x="0" y="0"/>
                  </a:moveTo>
                  <a:lnTo>
                    <a:pt x="634455" y="0"/>
                  </a:lnTo>
                  <a:lnTo>
                    <a:pt x="634455" y="160131"/>
                  </a:lnTo>
                  <a:lnTo>
                    <a:pt x="0" y="160131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634455" cy="19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7301281" y="9537006"/>
            <a:ext cx="2018716" cy="491858"/>
            <a:chOff x="0" y="0"/>
            <a:chExt cx="657222" cy="16013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57222" cy="160131"/>
            </a:xfrm>
            <a:custGeom>
              <a:avLst/>
              <a:gdLst/>
              <a:ahLst/>
              <a:cxnLst/>
              <a:rect r="r" b="b" t="t" l="l"/>
              <a:pathLst>
                <a:path h="160131" w="657222">
                  <a:moveTo>
                    <a:pt x="0" y="0"/>
                  </a:moveTo>
                  <a:lnTo>
                    <a:pt x="657222" y="0"/>
                  </a:lnTo>
                  <a:lnTo>
                    <a:pt x="657222" y="160131"/>
                  </a:lnTo>
                  <a:lnTo>
                    <a:pt x="0" y="16013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657222" cy="19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9319997" y="9537006"/>
            <a:ext cx="3615506" cy="491858"/>
            <a:chOff x="0" y="0"/>
            <a:chExt cx="1177080" cy="16013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1177080" cy="160131"/>
            </a:xfrm>
            <a:custGeom>
              <a:avLst/>
              <a:gdLst/>
              <a:ahLst/>
              <a:cxnLst/>
              <a:rect r="r" b="b" t="t" l="l"/>
              <a:pathLst>
                <a:path h="160131" w="1177080">
                  <a:moveTo>
                    <a:pt x="0" y="0"/>
                  </a:moveTo>
                  <a:lnTo>
                    <a:pt x="1177080" y="0"/>
                  </a:lnTo>
                  <a:lnTo>
                    <a:pt x="1177080" y="160131"/>
                  </a:lnTo>
                  <a:lnTo>
                    <a:pt x="0" y="160131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1177080" cy="19823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7909604" y="1194012"/>
            <a:ext cx="2418113" cy="2737250"/>
            <a:chOff x="0" y="0"/>
            <a:chExt cx="718036" cy="8128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718036" cy="812800"/>
            </a:xfrm>
            <a:custGeom>
              <a:avLst/>
              <a:gdLst/>
              <a:ahLst/>
              <a:cxnLst/>
              <a:rect r="r" b="b" t="t" l="l"/>
              <a:pathLst>
                <a:path h="812800" w="718036">
                  <a:moveTo>
                    <a:pt x="0" y="0"/>
                  </a:moveTo>
                  <a:lnTo>
                    <a:pt x="718036" y="0"/>
                  </a:lnTo>
                  <a:lnTo>
                    <a:pt x="718036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1C3F60"/>
            </a:solid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28575"/>
              <a:ext cx="718036" cy="841375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</a:pP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8051619" y="1238743"/>
            <a:ext cx="2134083" cy="2798588"/>
            <a:chOff x="0" y="0"/>
            <a:chExt cx="2845445" cy="3731451"/>
          </a:xfrm>
        </p:grpSpPr>
        <p:pic>
          <p:nvPicPr>
            <p:cNvPr name="Picture 68" id="68"/>
            <p:cNvPicPr>
              <a:picLocks noChangeAspect="true"/>
            </p:cNvPicPr>
            <p:nvPr/>
          </p:nvPicPr>
          <p:blipFill>
            <a:blip r:embed="rId13"/>
            <a:srcRect l="0" t="0" r="0" b="12733"/>
            <a:stretch>
              <a:fillRect/>
            </a:stretch>
          </p:blipFill>
          <p:spPr>
            <a:xfrm flipH="false" flipV="false">
              <a:off x="0" y="0"/>
              <a:ext cx="2845445" cy="3731451"/>
            </a:xfrm>
            <a:prstGeom prst="rect">
              <a:avLst/>
            </a:prstGeom>
          </p:spPr>
        </p:pic>
      </p:grpSp>
      <p:sp>
        <p:nvSpPr>
          <p:cNvPr name="Freeform 69" id="69"/>
          <p:cNvSpPr/>
          <p:nvPr/>
        </p:nvSpPr>
        <p:spPr>
          <a:xfrm flipH="false" flipV="false" rot="0">
            <a:off x="7482324" y="4376174"/>
            <a:ext cx="3059567" cy="195047"/>
          </a:xfrm>
          <a:custGeom>
            <a:avLst/>
            <a:gdLst/>
            <a:ahLst/>
            <a:cxnLst/>
            <a:rect r="r" b="b" t="t" l="l"/>
            <a:pathLst>
              <a:path h="195047" w="3059567">
                <a:moveTo>
                  <a:pt x="0" y="0"/>
                </a:moveTo>
                <a:lnTo>
                  <a:pt x="3059567" y="0"/>
                </a:lnTo>
                <a:lnTo>
                  <a:pt x="3059567" y="195047"/>
                </a:lnTo>
                <a:lnTo>
                  <a:pt x="0" y="19504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70" id="70"/>
          <p:cNvGrpSpPr/>
          <p:nvPr/>
        </p:nvGrpSpPr>
        <p:grpSpPr>
          <a:xfrm rot="0">
            <a:off x="7754106" y="3742979"/>
            <a:ext cx="2729110" cy="626739"/>
            <a:chOff x="0" y="0"/>
            <a:chExt cx="810383" cy="18610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810383" cy="186104"/>
            </a:xfrm>
            <a:custGeom>
              <a:avLst/>
              <a:gdLst/>
              <a:ahLst/>
              <a:cxnLst/>
              <a:rect r="r" b="b" t="t" l="l"/>
              <a:pathLst>
                <a:path h="186104" w="810383">
                  <a:moveTo>
                    <a:pt x="0" y="0"/>
                  </a:moveTo>
                  <a:lnTo>
                    <a:pt x="810383" y="0"/>
                  </a:lnTo>
                  <a:lnTo>
                    <a:pt x="810383" y="186104"/>
                  </a:lnTo>
                  <a:lnTo>
                    <a:pt x="0" y="18610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810383" cy="214679"/>
            </a:xfrm>
            <a:prstGeom prst="rect">
              <a:avLst/>
            </a:prstGeom>
          </p:spPr>
          <p:txBody>
            <a:bodyPr anchor="ctr" rtlCol="false" tIns="33805" lIns="33805" bIns="33805" rIns="33805"/>
            <a:lstStyle/>
            <a:p>
              <a:pPr algn="ctr">
                <a:lnSpc>
                  <a:spcPts val="177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7708980" y="8243233"/>
            <a:ext cx="2729110" cy="56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M. IQBAL HAKIM</a:t>
            </a:r>
          </a:p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AS</a:t>
            </a:r>
          </a:p>
          <a:p>
            <a:pPr algn="ctr">
              <a:lnSpc>
                <a:spcPts val="1566"/>
              </a:lnSpc>
              <a:spcBef>
                <a:spcPct val="0"/>
              </a:spcBef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PROJECT MANAGER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4299583" y="8455546"/>
            <a:ext cx="2729110" cy="56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MAULYD’DINA NUR MAY FIROH</a:t>
            </a:r>
          </a:p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AS</a:t>
            </a:r>
          </a:p>
          <a:p>
            <a:pPr algn="ctr">
              <a:lnSpc>
                <a:spcPts val="1566"/>
              </a:lnSpc>
              <a:spcBef>
                <a:spcPct val="0"/>
              </a:spcBef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NON-TECH / UI &amp; UX DESIGNER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0973015" y="8455546"/>
            <a:ext cx="2729110" cy="56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MAULANA ACHMAD HIDAYATULLOH AS</a:t>
            </a:r>
          </a:p>
          <a:p>
            <a:pPr algn="ctr">
              <a:lnSpc>
                <a:spcPts val="1566"/>
              </a:lnSpc>
              <a:spcBef>
                <a:spcPct val="0"/>
              </a:spcBef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SOFTWARE DEVELOPER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4508063" y="8455546"/>
            <a:ext cx="2729110" cy="56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CHANDRA NUR ISMAIL</a:t>
            </a:r>
          </a:p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AS</a:t>
            </a:r>
          </a:p>
          <a:p>
            <a:pPr algn="ctr">
              <a:lnSpc>
                <a:spcPts val="1566"/>
              </a:lnSpc>
              <a:spcBef>
                <a:spcPct val="0"/>
              </a:spcBef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3D &amp; PCB DESIGNER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58519" y="8455546"/>
            <a:ext cx="2729110" cy="568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DICKY ANANDA PRAMUDITA</a:t>
            </a:r>
          </a:p>
          <a:p>
            <a:pPr algn="ctr">
              <a:lnSpc>
                <a:spcPts val="1566"/>
              </a:lnSpc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AS</a:t>
            </a:r>
          </a:p>
          <a:p>
            <a:pPr algn="ctr">
              <a:lnSpc>
                <a:spcPts val="1566"/>
              </a:lnSpc>
              <a:spcBef>
                <a:spcPct val="0"/>
              </a:spcBef>
            </a:pPr>
            <a:r>
              <a:rPr lang="en-US" b="true" sz="1118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HARDWARE DEVELOPER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5512211" y="9622855"/>
            <a:ext cx="1629357" cy="28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61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ENHANCING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7495960" y="9622855"/>
            <a:ext cx="1629357" cy="28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b="true" sz="1617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HOME SAFETY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9514676" y="9622855"/>
            <a:ext cx="3226147" cy="2821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65"/>
              </a:lnSpc>
              <a:spcBef>
                <a:spcPct val="0"/>
              </a:spcBef>
            </a:pPr>
            <a:r>
              <a:rPr lang="en-US" sz="1617">
                <a:solidFill>
                  <a:srgbClr val="FFFFFF"/>
                </a:solidFill>
                <a:latin typeface="Aileron"/>
                <a:ea typeface="Aileron"/>
                <a:cs typeface="Aileron"/>
                <a:sym typeface="Aileron"/>
              </a:rPr>
              <a:t>THROUGH SMART TECHNOLOGY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7754106" y="3808908"/>
            <a:ext cx="2722453" cy="560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62"/>
              </a:lnSpc>
            </a:pPr>
            <a:r>
              <a:rPr lang="en-US" b="true" sz="1116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AKHMAD HENDRIAWAN, S.T, M.T</a:t>
            </a:r>
          </a:p>
          <a:p>
            <a:pPr algn="ctr">
              <a:lnSpc>
                <a:spcPts val="1562"/>
              </a:lnSpc>
            </a:pPr>
            <a:r>
              <a:rPr lang="en-US" b="true" sz="1116">
                <a:solidFill>
                  <a:srgbClr val="1C3F6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197501272002121003</a:t>
            </a:r>
          </a:p>
          <a:p>
            <a:pPr algn="ctr">
              <a:lnSpc>
                <a:spcPts val="1562"/>
              </a:lnSpc>
              <a:spcBef>
                <a:spcPct val="0"/>
              </a:spcBef>
            </a:pPr>
          </a:p>
        </p:txBody>
      </p:sp>
      <p:sp>
        <p:nvSpPr>
          <p:cNvPr name="TextBox 82" id="82"/>
          <p:cNvSpPr txBox="true"/>
          <p:nvPr/>
        </p:nvSpPr>
        <p:spPr>
          <a:xfrm rot="0">
            <a:off x="7491849" y="4675186"/>
            <a:ext cx="3304302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LURCOTTE MEMBER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7504815" y="428837"/>
            <a:ext cx="3278370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DOSEN PEMBIMBING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93391" y="9374487"/>
            <a:ext cx="10131768" cy="1522495"/>
            <a:chOff x="0" y="0"/>
            <a:chExt cx="852641" cy="12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2641" cy="128126"/>
            </a:xfrm>
            <a:custGeom>
              <a:avLst/>
              <a:gdLst/>
              <a:ahLst/>
              <a:cxnLst/>
              <a:rect r="r" b="b" t="t" l="l"/>
              <a:pathLst>
                <a:path h="128126" w="852641">
                  <a:moveTo>
                    <a:pt x="649441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852641" y="128126"/>
                  </a:lnTo>
                  <a:lnTo>
                    <a:pt x="649441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649441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39656" y="9367336"/>
            <a:ext cx="5343123" cy="761247"/>
            <a:chOff x="0" y="0"/>
            <a:chExt cx="1219374" cy="1737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374" cy="173727"/>
            </a:xfrm>
            <a:custGeom>
              <a:avLst/>
              <a:gdLst/>
              <a:ahLst/>
              <a:cxnLst/>
              <a:rect r="r" b="b" t="t" l="l"/>
              <a:pathLst>
                <a:path h="173727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73727"/>
                  </a:lnTo>
                  <a:lnTo>
                    <a:pt x="1219374" y="173727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016174" cy="211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66617" y="8947666"/>
            <a:ext cx="13622175" cy="853642"/>
            <a:chOff x="0" y="0"/>
            <a:chExt cx="3145382" cy="1971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45382" cy="197107"/>
            </a:xfrm>
            <a:custGeom>
              <a:avLst/>
              <a:gdLst/>
              <a:ahLst/>
              <a:cxnLst/>
              <a:rect r="r" b="b" t="t" l="l"/>
              <a:pathLst>
                <a:path h="197107" w="3145382">
                  <a:moveTo>
                    <a:pt x="2942182" y="0"/>
                  </a:moveTo>
                  <a:lnTo>
                    <a:pt x="0" y="0"/>
                  </a:lnTo>
                  <a:lnTo>
                    <a:pt x="203200" y="197107"/>
                  </a:lnTo>
                  <a:lnTo>
                    <a:pt x="3145382" y="197107"/>
                  </a:lnTo>
                  <a:lnTo>
                    <a:pt x="29421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C4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2942182" cy="23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61788" y="3475118"/>
            <a:ext cx="976914" cy="97691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61788" y="4996768"/>
            <a:ext cx="976914" cy="97691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61788" y="6501198"/>
            <a:ext cx="976914" cy="97691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5384134" y="163009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09617" y="163009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991906" y="1338736"/>
            <a:ext cx="12304188" cy="113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b="true" sz="850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LATAR BELAKANG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52263" y="3809332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002C4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61788" y="5293796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61788" y="6792832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002C4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761389" y="3411125"/>
            <a:ext cx="13792165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Fluktuasi tegangan listrik bisa merusak perangkat elektronik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761389" y="4932775"/>
            <a:ext cx="11622745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Rumah belum memiliki sistem proteksi otomatis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37" id="37"/>
          <p:cNvSpPr txBox="true"/>
          <p:nvPr/>
        </p:nvSpPr>
        <p:spPr>
          <a:xfrm rot="0">
            <a:off x="3761389" y="6456775"/>
            <a:ext cx="1281699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Belum ada pemantauan pemakaian listrik secara real-time</a:t>
            </a:r>
          </a:p>
          <a:p>
            <a:pPr algn="l">
              <a:lnSpc>
                <a:spcPts val="4500"/>
              </a:lnSpc>
            </a:pP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93391" y="9374487"/>
            <a:ext cx="10131768" cy="1522495"/>
            <a:chOff x="0" y="0"/>
            <a:chExt cx="852641" cy="12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2641" cy="128126"/>
            </a:xfrm>
            <a:custGeom>
              <a:avLst/>
              <a:gdLst/>
              <a:ahLst/>
              <a:cxnLst/>
              <a:rect r="r" b="b" t="t" l="l"/>
              <a:pathLst>
                <a:path h="128126" w="852641">
                  <a:moveTo>
                    <a:pt x="649441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852641" y="128126"/>
                  </a:lnTo>
                  <a:lnTo>
                    <a:pt x="649441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649441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39656" y="9367336"/>
            <a:ext cx="5343123" cy="761247"/>
            <a:chOff x="0" y="0"/>
            <a:chExt cx="1219374" cy="1737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374" cy="173727"/>
            </a:xfrm>
            <a:custGeom>
              <a:avLst/>
              <a:gdLst/>
              <a:ahLst/>
              <a:cxnLst/>
              <a:rect r="r" b="b" t="t" l="l"/>
              <a:pathLst>
                <a:path h="173727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73727"/>
                  </a:lnTo>
                  <a:lnTo>
                    <a:pt x="1219374" y="173727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016174" cy="211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66617" y="8947666"/>
            <a:ext cx="13622175" cy="853642"/>
            <a:chOff x="0" y="0"/>
            <a:chExt cx="3145382" cy="1971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45382" cy="197107"/>
            </a:xfrm>
            <a:custGeom>
              <a:avLst/>
              <a:gdLst/>
              <a:ahLst/>
              <a:cxnLst/>
              <a:rect r="r" b="b" t="t" l="l"/>
              <a:pathLst>
                <a:path h="197107" w="3145382">
                  <a:moveTo>
                    <a:pt x="2942182" y="0"/>
                  </a:moveTo>
                  <a:lnTo>
                    <a:pt x="0" y="0"/>
                  </a:lnTo>
                  <a:lnTo>
                    <a:pt x="203200" y="197107"/>
                  </a:lnTo>
                  <a:lnTo>
                    <a:pt x="3145382" y="197107"/>
                  </a:lnTo>
                  <a:lnTo>
                    <a:pt x="29421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C4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2942182" cy="23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18405" y="-292640"/>
            <a:ext cx="14144497" cy="1340390"/>
            <a:chOff x="0" y="0"/>
            <a:chExt cx="1527407" cy="1447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80485" y="254490"/>
            <a:ext cx="5343123" cy="707535"/>
            <a:chOff x="0" y="0"/>
            <a:chExt cx="1219374" cy="1614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374" cy="161469"/>
            </a:xfrm>
            <a:custGeom>
              <a:avLst/>
              <a:gdLst/>
              <a:ahLst/>
              <a:cxnLst/>
              <a:rect r="r" b="b" t="t" l="l"/>
              <a:pathLst>
                <a:path h="161469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61469"/>
                  </a:lnTo>
                  <a:lnTo>
                    <a:pt x="1219374" y="161469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1016174" cy="199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44319" y="-670195"/>
            <a:ext cx="14144497" cy="1340390"/>
            <a:chOff x="0" y="0"/>
            <a:chExt cx="1527407" cy="1447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434925" y="1700737"/>
            <a:ext cx="11211371" cy="9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3"/>
              </a:lnSpc>
            </a:pPr>
            <a:r>
              <a:rPr lang="en-US" sz="7473" b="true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RUMUSAN MASALAH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1850070" y="191723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311100" y="2859367"/>
            <a:ext cx="4691006" cy="4696877"/>
          </a:xfrm>
          <a:custGeom>
            <a:avLst/>
            <a:gdLst/>
            <a:ahLst/>
            <a:cxnLst/>
            <a:rect r="r" b="b" t="t" l="l"/>
            <a:pathLst>
              <a:path h="4696877" w="4691006">
                <a:moveTo>
                  <a:pt x="0" y="0"/>
                </a:moveTo>
                <a:lnTo>
                  <a:pt x="4691007" y="0"/>
                </a:lnTo>
                <a:lnTo>
                  <a:pt x="4691007" y="4696877"/>
                </a:lnTo>
                <a:lnTo>
                  <a:pt x="0" y="4696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6384880" y="2821267"/>
            <a:ext cx="5518240" cy="4697402"/>
          </a:xfrm>
          <a:custGeom>
            <a:avLst/>
            <a:gdLst/>
            <a:ahLst/>
            <a:cxnLst/>
            <a:rect r="r" b="b" t="t" l="l"/>
            <a:pathLst>
              <a:path h="4697402" w="5518240">
                <a:moveTo>
                  <a:pt x="0" y="0"/>
                </a:moveTo>
                <a:lnTo>
                  <a:pt x="5518240" y="0"/>
                </a:lnTo>
                <a:lnTo>
                  <a:pt x="5518240" y="4697402"/>
                </a:lnTo>
                <a:lnTo>
                  <a:pt x="0" y="46974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284120" y="3271867"/>
            <a:ext cx="5488033" cy="4218925"/>
          </a:xfrm>
          <a:custGeom>
            <a:avLst/>
            <a:gdLst/>
            <a:ahLst/>
            <a:cxnLst/>
            <a:rect r="r" b="b" t="t" l="l"/>
            <a:pathLst>
              <a:path h="4218925" w="5488033">
                <a:moveTo>
                  <a:pt x="0" y="0"/>
                </a:moveTo>
                <a:lnTo>
                  <a:pt x="5488033" y="0"/>
                </a:lnTo>
                <a:lnTo>
                  <a:pt x="5488033" y="4218925"/>
                </a:lnTo>
                <a:lnTo>
                  <a:pt x="0" y="42189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838319" y="2261456"/>
            <a:ext cx="4823132" cy="5764088"/>
            <a:chOff x="0" y="0"/>
            <a:chExt cx="747229" cy="89300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47229" cy="893008"/>
            </a:xfrm>
            <a:custGeom>
              <a:avLst/>
              <a:gdLst/>
              <a:ahLst/>
              <a:cxnLst/>
              <a:rect r="r" b="b" t="t" l="l"/>
              <a:pathLst>
                <a:path h="893008" w="747229">
                  <a:moveTo>
                    <a:pt x="40129" y="0"/>
                  </a:moveTo>
                  <a:lnTo>
                    <a:pt x="707100" y="0"/>
                  </a:lnTo>
                  <a:cubicBezTo>
                    <a:pt x="729263" y="0"/>
                    <a:pt x="747229" y="17966"/>
                    <a:pt x="747229" y="40129"/>
                  </a:cubicBezTo>
                  <a:lnTo>
                    <a:pt x="747229" y="852879"/>
                  </a:lnTo>
                  <a:cubicBezTo>
                    <a:pt x="747229" y="863522"/>
                    <a:pt x="743002" y="873729"/>
                    <a:pt x="735476" y="881255"/>
                  </a:cubicBezTo>
                  <a:cubicBezTo>
                    <a:pt x="727950" y="888780"/>
                    <a:pt x="717743" y="893008"/>
                    <a:pt x="707100" y="893008"/>
                  </a:cubicBezTo>
                  <a:lnTo>
                    <a:pt x="40129" y="893008"/>
                  </a:lnTo>
                  <a:cubicBezTo>
                    <a:pt x="29486" y="893008"/>
                    <a:pt x="19279" y="888780"/>
                    <a:pt x="11754" y="881255"/>
                  </a:cubicBezTo>
                  <a:cubicBezTo>
                    <a:pt x="4228" y="873729"/>
                    <a:pt x="0" y="863522"/>
                    <a:pt x="0" y="852879"/>
                  </a:cubicBezTo>
                  <a:lnTo>
                    <a:pt x="0" y="40129"/>
                  </a:lnTo>
                  <a:cubicBezTo>
                    <a:pt x="0" y="29486"/>
                    <a:pt x="4228" y="19279"/>
                    <a:pt x="11754" y="11754"/>
                  </a:cubicBezTo>
                  <a:cubicBezTo>
                    <a:pt x="19279" y="4228"/>
                    <a:pt x="29486" y="0"/>
                    <a:pt x="40129" y="0"/>
                  </a:cubicBezTo>
                  <a:close/>
                </a:path>
              </a:pathLst>
            </a:custGeom>
            <a:blipFill>
              <a:blip r:embed="rId2"/>
              <a:stretch>
                <a:fillRect l="-39687" t="0" r="-39687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2589027">
            <a:off x="15304163" y="-777605"/>
            <a:ext cx="4947690" cy="3086100"/>
            <a:chOff x="0" y="0"/>
            <a:chExt cx="1303095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115739" y="0"/>
            <a:ext cx="14144497" cy="1186504"/>
            <a:chOff x="0" y="0"/>
            <a:chExt cx="1527407" cy="12812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44314" y="-574945"/>
            <a:ext cx="14144497" cy="1340390"/>
            <a:chOff x="0" y="0"/>
            <a:chExt cx="1527407" cy="14474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434925" y="1700737"/>
            <a:ext cx="9449416" cy="9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3"/>
              </a:lnSpc>
            </a:pPr>
            <a:r>
              <a:rPr lang="en-US" sz="7473" b="true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TUJUAN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7892100" y="1892181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50" y="0"/>
                </a:lnTo>
                <a:lnTo>
                  <a:pt x="1194250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8752730" y="9814634"/>
            <a:ext cx="13197471" cy="1522495"/>
            <a:chOff x="0" y="0"/>
            <a:chExt cx="1110635" cy="1281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10635" cy="128126"/>
            </a:xfrm>
            <a:custGeom>
              <a:avLst/>
              <a:gdLst/>
              <a:ahLst/>
              <a:cxnLst/>
              <a:rect r="r" b="b" t="t" l="l"/>
              <a:pathLst>
                <a:path h="128126" w="1110635">
                  <a:moveTo>
                    <a:pt x="907435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110635" y="128126"/>
                  </a:lnTo>
                  <a:lnTo>
                    <a:pt x="907435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01600" y="-38100"/>
              <a:ext cx="907435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660564" y="9497178"/>
            <a:ext cx="13197471" cy="1522495"/>
            <a:chOff x="0" y="0"/>
            <a:chExt cx="1110635" cy="1281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10635" cy="128126"/>
            </a:xfrm>
            <a:custGeom>
              <a:avLst/>
              <a:gdLst/>
              <a:ahLst/>
              <a:cxnLst/>
              <a:rect r="r" b="b" t="t" l="l"/>
              <a:pathLst>
                <a:path h="128126" w="1110635">
                  <a:moveTo>
                    <a:pt x="907435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110635" y="128126"/>
                  </a:lnTo>
                  <a:lnTo>
                    <a:pt x="907435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01600" y="-38100"/>
              <a:ext cx="907435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38225" y="3138256"/>
            <a:ext cx="976914" cy="976914"/>
            <a:chOff x="0" y="0"/>
            <a:chExt cx="812800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38225" y="4659906"/>
            <a:ext cx="976914" cy="976914"/>
            <a:chOff x="0" y="0"/>
            <a:chExt cx="812800" cy="8128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38225" y="6164336"/>
            <a:ext cx="976914" cy="976914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28700" y="3472470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002C4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38225" y="4956935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38225" y="6455970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002C4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337826" y="3074263"/>
            <a:ext cx="10500493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Mencegah kerusakan akibat tegangan tidak stabil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43" id="43"/>
          <p:cNvSpPr txBox="true"/>
          <p:nvPr/>
        </p:nvSpPr>
        <p:spPr>
          <a:xfrm rot="0">
            <a:off x="2337826" y="4595913"/>
            <a:ext cx="10500493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Monitoring kondisi listrik rumah secara real-time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44" id="44"/>
          <p:cNvSpPr txBox="true"/>
          <p:nvPr/>
        </p:nvSpPr>
        <p:spPr>
          <a:xfrm rot="0">
            <a:off x="2337826" y="6119913"/>
            <a:ext cx="10500493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Mengontrol perangkat elektronik secara otomatis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93391" y="9374487"/>
            <a:ext cx="10131768" cy="1522495"/>
            <a:chOff x="0" y="0"/>
            <a:chExt cx="852641" cy="12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2641" cy="128126"/>
            </a:xfrm>
            <a:custGeom>
              <a:avLst/>
              <a:gdLst/>
              <a:ahLst/>
              <a:cxnLst/>
              <a:rect r="r" b="b" t="t" l="l"/>
              <a:pathLst>
                <a:path h="128126" w="852641">
                  <a:moveTo>
                    <a:pt x="649441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852641" y="128126"/>
                  </a:lnTo>
                  <a:lnTo>
                    <a:pt x="649441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649441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39656" y="9367336"/>
            <a:ext cx="5343123" cy="761247"/>
            <a:chOff x="0" y="0"/>
            <a:chExt cx="1219374" cy="1737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374" cy="173727"/>
            </a:xfrm>
            <a:custGeom>
              <a:avLst/>
              <a:gdLst/>
              <a:ahLst/>
              <a:cxnLst/>
              <a:rect r="r" b="b" t="t" l="l"/>
              <a:pathLst>
                <a:path h="173727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73727"/>
                  </a:lnTo>
                  <a:lnTo>
                    <a:pt x="1219374" y="173727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016174" cy="211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66617" y="8947666"/>
            <a:ext cx="13622175" cy="853642"/>
            <a:chOff x="0" y="0"/>
            <a:chExt cx="3145382" cy="1971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45382" cy="197107"/>
            </a:xfrm>
            <a:custGeom>
              <a:avLst/>
              <a:gdLst/>
              <a:ahLst/>
              <a:cxnLst/>
              <a:rect r="r" b="b" t="t" l="l"/>
              <a:pathLst>
                <a:path h="197107" w="3145382">
                  <a:moveTo>
                    <a:pt x="2942182" y="0"/>
                  </a:moveTo>
                  <a:lnTo>
                    <a:pt x="0" y="0"/>
                  </a:lnTo>
                  <a:lnTo>
                    <a:pt x="203200" y="197107"/>
                  </a:lnTo>
                  <a:lnTo>
                    <a:pt x="3145382" y="197107"/>
                  </a:lnTo>
                  <a:lnTo>
                    <a:pt x="29421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C4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2942182" cy="23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2909757" y="1162050"/>
            <a:ext cx="12468485" cy="93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999"/>
              </a:lnSpc>
            </a:pPr>
            <a:r>
              <a:rPr lang="en-US" b="true" sz="6999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UI/UX DESIGN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740044" y="183520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2353707" y="183520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346194" y="3332613"/>
            <a:ext cx="5751256" cy="4119027"/>
          </a:xfrm>
          <a:custGeom>
            <a:avLst/>
            <a:gdLst/>
            <a:ahLst/>
            <a:cxnLst/>
            <a:rect r="r" b="b" t="t" l="l"/>
            <a:pathLst>
              <a:path h="4119027" w="5751256">
                <a:moveTo>
                  <a:pt x="0" y="0"/>
                </a:moveTo>
                <a:lnTo>
                  <a:pt x="5751256" y="0"/>
                </a:lnTo>
                <a:lnTo>
                  <a:pt x="5751256" y="4119027"/>
                </a:lnTo>
                <a:lnTo>
                  <a:pt x="0" y="41190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6296990" y="3306121"/>
            <a:ext cx="5871975" cy="4117331"/>
          </a:xfrm>
          <a:custGeom>
            <a:avLst/>
            <a:gdLst/>
            <a:ahLst/>
            <a:cxnLst/>
            <a:rect r="r" b="b" t="t" l="l"/>
            <a:pathLst>
              <a:path h="4117331" w="5871975">
                <a:moveTo>
                  <a:pt x="0" y="0"/>
                </a:moveTo>
                <a:lnTo>
                  <a:pt x="5871974" y="0"/>
                </a:lnTo>
                <a:lnTo>
                  <a:pt x="5871974" y="4117332"/>
                </a:lnTo>
                <a:lnTo>
                  <a:pt x="0" y="41173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2368989" y="3347815"/>
            <a:ext cx="5640826" cy="4033944"/>
          </a:xfrm>
          <a:custGeom>
            <a:avLst/>
            <a:gdLst/>
            <a:ahLst/>
            <a:cxnLst/>
            <a:rect r="r" b="b" t="t" l="l"/>
            <a:pathLst>
              <a:path h="4033944" w="5640826">
                <a:moveTo>
                  <a:pt x="0" y="0"/>
                </a:moveTo>
                <a:lnTo>
                  <a:pt x="5640826" y="0"/>
                </a:lnTo>
                <a:lnTo>
                  <a:pt x="5640826" y="4033944"/>
                </a:lnTo>
                <a:lnTo>
                  <a:pt x="0" y="40339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2589027">
            <a:off x="15304163" y="-777605"/>
            <a:ext cx="4947690" cy="3086100"/>
            <a:chOff x="0" y="0"/>
            <a:chExt cx="1303095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15739" y="0"/>
            <a:ext cx="14144497" cy="1186504"/>
            <a:chOff x="0" y="0"/>
            <a:chExt cx="1527407" cy="12812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44314" y="-574945"/>
            <a:ext cx="14144497" cy="1340390"/>
            <a:chOff x="0" y="0"/>
            <a:chExt cx="1527407" cy="1447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434925" y="1700737"/>
            <a:ext cx="9449416" cy="9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3"/>
              </a:lnSpc>
            </a:pPr>
            <a:r>
              <a:rPr lang="en-US" sz="7473" b="true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3D DESIGN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7892100" y="1892181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50" y="0"/>
                </a:lnTo>
                <a:lnTo>
                  <a:pt x="1194250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8752730" y="9814634"/>
            <a:ext cx="13197471" cy="1522495"/>
            <a:chOff x="0" y="0"/>
            <a:chExt cx="1110635" cy="1281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0635" cy="128126"/>
            </a:xfrm>
            <a:custGeom>
              <a:avLst/>
              <a:gdLst/>
              <a:ahLst/>
              <a:cxnLst/>
              <a:rect r="r" b="b" t="t" l="l"/>
              <a:pathLst>
                <a:path h="128126" w="1110635">
                  <a:moveTo>
                    <a:pt x="907435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110635" y="128126"/>
                  </a:lnTo>
                  <a:lnTo>
                    <a:pt x="907435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907435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0660564" y="9497178"/>
            <a:ext cx="13197471" cy="1522495"/>
            <a:chOff x="0" y="0"/>
            <a:chExt cx="1110635" cy="1281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10635" cy="128126"/>
            </a:xfrm>
            <a:custGeom>
              <a:avLst/>
              <a:gdLst/>
              <a:ahLst/>
              <a:cxnLst/>
              <a:rect r="r" b="b" t="t" l="l"/>
              <a:pathLst>
                <a:path h="128126" w="1110635">
                  <a:moveTo>
                    <a:pt x="907435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110635" y="128126"/>
                  </a:lnTo>
                  <a:lnTo>
                    <a:pt x="907435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101600" y="-38100"/>
              <a:ext cx="907435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6421503" y="3574571"/>
            <a:ext cx="5329694" cy="3137857"/>
          </a:xfrm>
          <a:custGeom>
            <a:avLst/>
            <a:gdLst/>
            <a:ahLst/>
            <a:cxnLst/>
            <a:rect r="r" b="b" t="t" l="l"/>
            <a:pathLst>
              <a:path h="3137857" w="5329694">
                <a:moveTo>
                  <a:pt x="0" y="0"/>
                </a:moveTo>
                <a:lnTo>
                  <a:pt x="5329694" y="0"/>
                </a:lnTo>
                <a:lnTo>
                  <a:pt x="5329694" y="3137858"/>
                </a:lnTo>
                <a:lnTo>
                  <a:pt x="0" y="3137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434925" y="3578725"/>
            <a:ext cx="4309748" cy="3711771"/>
          </a:xfrm>
          <a:custGeom>
            <a:avLst/>
            <a:gdLst/>
            <a:ahLst/>
            <a:cxnLst/>
            <a:rect r="r" b="b" t="t" l="l"/>
            <a:pathLst>
              <a:path h="3711771" w="4309748">
                <a:moveTo>
                  <a:pt x="0" y="0"/>
                </a:moveTo>
                <a:lnTo>
                  <a:pt x="4309749" y="0"/>
                </a:lnTo>
                <a:lnTo>
                  <a:pt x="4309749" y="3711770"/>
                </a:lnTo>
                <a:lnTo>
                  <a:pt x="0" y="37117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2435368" y="3583096"/>
            <a:ext cx="4907857" cy="4183948"/>
          </a:xfrm>
          <a:custGeom>
            <a:avLst/>
            <a:gdLst/>
            <a:ahLst/>
            <a:cxnLst/>
            <a:rect r="r" b="b" t="t" l="l"/>
            <a:pathLst>
              <a:path h="4183948" w="4907857">
                <a:moveTo>
                  <a:pt x="0" y="0"/>
                </a:moveTo>
                <a:lnTo>
                  <a:pt x="4907857" y="0"/>
                </a:lnTo>
                <a:lnTo>
                  <a:pt x="4907857" y="4183948"/>
                </a:lnTo>
                <a:lnTo>
                  <a:pt x="0" y="41839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993391" y="9374487"/>
            <a:ext cx="10131768" cy="1522495"/>
            <a:chOff x="0" y="0"/>
            <a:chExt cx="852641" cy="128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52641" cy="128126"/>
            </a:xfrm>
            <a:custGeom>
              <a:avLst/>
              <a:gdLst/>
              <a:ahLst/>
              <a:cxnLst/>
              <a:rect r="r" b="b" t="t" l="l"/>
              <a:pathLst>
                <a:path h="128126" w="852641">
                  <a:moveTo>
                    <a:pt x="649441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852641" y="128126"/>
                  </a:lnTo>
                  <a:lnTo>
                    <a:pt x="649441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649441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939656" y="9367336"/>
            <a:ext cx="5343123" cy="761247"/>
            <a:chOff x="0" y="0"/>
            <a:chExt cx="1219374" cy="17372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19374" cy="173727"/>
            </a:xfrm>
            <a:custGeom>
              <a:avLst/>
              <a:gdLst/>
              <a:ahLst/>
              <a:cxnLst/>
              <a:rect r="r" b="b" t="t" l="l"/>
              <a:pathLst>
                <a:path h="173727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73727"/>
                  </a:lnTo>
                  <a:lnTo>
                    <a:pt x="1219374" y="173727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016174" cy="211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366617" y="8947666"/>
            <a:ext cx="13622175" cy="853642"/>
            <a:chOff x="0" y="0"/>
            <a:chExt cx="3145382" cy="19710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45382" cy="197107"/>
            </a:xfrm>
            <a:custGeom>
              <a:avLst/>
              <a:gdLst/>
              <a:ahLst/>
              <a:cxnLst/>
              <a:rect r="r" b="b" t="t" l="l"/>
              <a:pathLst>
                <a:path h="197107" w="3145382">
                  <a:moveTo>
                    <a:pt x="2942182" y="0"/>
                  </a:moveTo>
                  <a:lnTo>
                    <a:pt x="0" y="0"/>
                  </a:lnTo>
                  <a:lnTo>
                    <a:pt x="203200" y="197107"/>
                  </a:lnTo>
                  <a:lnTo>
                    <a:pt x="3145382" y="197107"/>
                  </a:lnTo>
                  <a:lnTo>
                    <a:pt x="29421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C4F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2942182" cy="23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6277697" y="1024367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28700" y="105859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858941" y="2912007"/>
            <a:ext cx="6880389" cy="4113924"/>
          </a:xfrm>
          <a:custGeom>
            <a:avLst/>
            <a:gdLst/>
            <a:ahLst/>
            <a:cxnLst/>
            <a:rect r="r" b="b" t="t" l="l"/>
            <a:pathLst>
              <a:path h="4113924" w="6880389">
                <a:moveTo>
                  <a:pt x="0" y="0"/>
                </a:moveTo>
                <a:lnTo>
                  <a:pt x="6880390" y="0"/>
                </a:lnTo>
                <a:lnTo>
                  <a:pt x="6880390" y="4113924"/>
                </a:lnTo>
                <a:lnTo>
                  <a:pt x="0" y="41139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7739331" y="2534500"/>
            <a:ext cx="3191325" cy="4868939"/>
          </a:xfrm>
          <a:custGeom>
            <a:avLst/>
            <a:gdLst/>
            <a:ahLst/>
            <a:cxnLst/>
            <a:rect r="r" b="b" t="t" l="l"/>
            <a:pathLst>
              <a:path h="4868939" w="3191325">
                <a:moveTo>
                  <a:pt x="0" y="0"/>
                </a:moveTo>
                <a:lnTo>
                  <a:pt x="3191324" y="0"/>
                </a:lnTo>
                <a:lnTo>
                  <a:pt x="3191324" y="4868939"/>
                </a:lnTo>
                <a:lnTo>
                  <a:pt x="0" y="486893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290240" y="3017868"/>
            <a:ext cx="6181707" cy="3902202"/>
          </a:xfrm>
          <a:custGeom>
            <a:avLst/>
            <a:gdLst/>
            <a:ahLst/>
            <a:cxnLst/>
            <a:rect r="r" b="b" t="t" l="l"/>
            <a:pathLst>
              <a:path h="3902202" w="6181707">
                <a:moveTo>
                  <a:pt x="0" y="0"/>
                </a:moveTo>
                <a:lnTo>
                  <a:pt x="6181706" y="0"/>
                </a:lnTo>
                <a:lnTo>
                  <a:pt x="6181706" y="3902203"/>
                </a:lnTo>
                <a:lnTo>
                  <a:pt x="0" y="39022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010303" y="737772"/>
            <a:ext cx="14267394" cy="113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b="true" sz="850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SKEMATIK &amp; PCB DESIGN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115739" y="0"/>
            <a:ext cx="14144497" cy="1186504"/>
            <a:chOff x="0" y="0"/>
            <a:chExt cx="1527407" cy="12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44314" y="-574945"/>
            <a:ext cx="14144497" cy="1340390"/>
            <a:chOff x="0" y="0"/>
            <a:chExt cx="1527407" cy="144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434925" y="1700737"/>
            <a:ext cx="9449416" cy="9805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73"/>
              </a:lnSpc>
            </a:pPr>
            <a:r>
              <a:rPr lang="en-US" sz="7473" b="true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PCB HARDWARE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0063440" y="191723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8752730" y="9814634"/>
            <a:ext cx="13197471" cy="1522495"/>
            <a:chOff x="0" y="0"/>
            <a:chExt cx="1110635" cy="12812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10635" cy="128126"/>
            </a:xfrm>
            <a:custGeom>
              <a:avLst/>
              <a:gdLst/>
              <a:ahLst/>
              <a:cxnLst/>
              <a:rect r="r" b="b" t="t" l="l"/>
              <a:pathLst>
                <a:path h="128126" w="1110635">
                  <a:moveTo>
                    <a:pt x="907435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110635" y="128126"/>
                  </a:lnTo>
                  <a:lnTo>
                    <a:pt x="907435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101600" y="-38100"/>
              <a:ext cx="907435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0660564" y="9497178"/>
            <a:ext cx="13197471" cy="1522495"/>
            <a:chOff x="0" y="0"/>
            <a:chExt cx="1110635" cy="12812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10635" cy="128126"/>
            </a:xfrm>
            <a:custGeom>
              <a:avLst/>
              <a:gdLst/>
              <a:ahLst/>
              <a:cxnLst/>
              <a:rect r="r" b="b" t="t" l="l"/>
              <a:pathLst>
                <a:path h="128126" w="1110635">
                  <a:moveTo>
                    <a:pt x="907435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110635" y="128126"/>
                  </a:lnTo>
                  <a:lnTo>
                    <a:pt x="907435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01600" y="-38100"/>
              <a:ext cx="907435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400000">
            <a:off x="2368926" y="1747316"/>
            <a:ext cx="5855164" cy="7723165"/>
          </a:xfrm>
          <a:custGeom>
            <a:avLst/>
            <a:gdLst/>
            <a:ahLst/>
            <a:cxnLst/>
            <a:rect r="r" b="b" t="t" l="l"/>
            <a:pathLst>
              <a:path h="7723165" w="5855164">
                <a:moveTo>
                  <a:pt x="0" y="0"/>
                </a:moveTo>
                <a:lnTo>
                  <a:pt x="5855164" y="0"/>
                </a:lnTo>
                <a:lnTo>
                  <a:pt x="5855164" y="7723165"/>
                </a:lnTo>
                <a:lnTo>
                  <a:pt x="0" y="77231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93391" y="9374487"/>
            <a:ext cx="10131768" cy="1522495"/>
            <a:chOff x="0" y="0"/>
            <a:chExt cx="852641" cy="12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2641" cy="128126"/>
            </a:xfrm>
            <a:custGeom>
              <a:avLst/>
              <a:gdLst/>
              <a:ahLst/>
              <a:cxnLst/>
              <a:rect r="r" b="b" t="t" l="l"/>
              <a:pathLst>
                <a:path h="128126" w="852641">
                  <a:moveTo>
                    <a:pt x="649441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852641" y="128126"/>
                  </a:lnTo>
                  <a:lnTo>
                    <a:pt x="649441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649441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39656" y="9367336"/>
            <a:ext cx="5343123" cy="761247"/>
            <a:chOff x="0" y="0"/>
            <a:chExt cx="1219374" cy="1737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374" cy="173727"/>
            </a:xfrm>
            <a:custGeom>
              <a:avLst/>
              <a:gdLst/>
              <a:ahLst/>
              <a:cxnLst/>
              <a:rect r="r" b="b" t="t" l="l"/>
              <a:pathLst>
                <a:path h="173727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73727"/>
                  </a:lnTo>
                  <a:lnTo>
                    <a:pt x="1219374" y="173727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016174" cy="211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66617" y="8947666"/>
            <a:ext cx="13622175" cy="853642"/>
            <a:chOff x="0" y="0"/>
            <a:chExt cx="3145382" cy="1971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45382" cy="197107"/>
            </a:xfrm>
            <a:custGeom>
              <a:avLst/>
              <a:gdLst/>
              <a:ahLst/>
              <a:cxnLst/>
              <a:rect r="r" b="b" t="t" l="l"/>
              <a:pathLst>
                <a:path h="197107" w="3145382">
                  <a:moveTo>
                    <a:pt x="2942182" y="0"/>
                  </a:moveTo>
                  <a:lnTo>
                    <a:pt x="0" y="0"/>
                  </a:lnTo>
                  <a:lnTo>
                    <a:pt x="203200" y="197107"/>
                  </a:lnTo>
                  <a:lnTo>
                    <a:pt x="3145382" y="197107"/>
                  </a:lnTo>
                  <a:lnTo>
                    <a:pt x="29421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C4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2942182" cy="23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461788" y="3475118"/>
            <a:ext cx="976914" cy="976914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461788" y="4996768"/>
            <a:ext cx="976914" cy="976914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61788" y="6501198"/>
            <a:ext cx="976914" cy="976914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5384134" y="163009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709617" y="1630093"/>
            <a:ext cx="1194249" cy="395188"/>
          </a:xfrm>
          <a:custGeom>
            <a:avLst/>
            <a:gdLst/>
            <a:ahLst/>
            <a:cxnLst/>
            <a:rect r="r" b="b" t="t" l="l"/>
            <a:pathLst>
              <a:path h="395188" w="1194249">
                <a:moveTo>
                  <a:pt x="0" y="0"/>
                </a:moveTo>
                <a:lnTo>
                  <a:pt x="1194249" y="0"/>
                </a:lnTo>
                <a:lnTo>
                  <a:pt x="1194249" y="395188"/>
                </a:lnTo>
                <a:lnTo>
                  <a:pt x="0" y="39518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991906" y="1338736"/>
            <a:ext cx="12304188" cy="113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0"/>
              </a:lnSpc>
            </a:pPr>
            <a:r>
              <a:rPr lang="en-US" b="true" sz="8500">
                <a:solidFill>
                  <a:srgbClr val="000000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HASIL PENGUJIAN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52263" y="3809332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002C4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61788" y="5293796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FFFFF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02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2461788" y="6792832"/>
            <a:ext cx="976914" cy="422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5"/>
              </a:lnSpc>
            </a:pPr>
            <a:r>
              <a:rPr lang="en-US" b="true" sz="3145">
                <a:solidFill>
                  <a:srgbClr val="002C4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03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761389" y="3650478"/>
            <a:ext cx="13792165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Sistem berhasil memproteksi &amp; monitoring</a:t>
            </a:r>
          </a:p>
          <a:p>
            <a:pPr algn="l">
              <a:lnSpc>
                <a:spcPts val="4500"/>
              </a:lnSpc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3761389" y="5209915"/>
            <a:ext cx="1162274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Efisien dan user-friendly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3761389" y="6456775"/>
            <a:ext cx="12816995" cy="1752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00"/>
              </a:lnSpc>
            </a:pPr>
            <a:r>
              <a:rPr lang="en-US" sz="4500" b="true">
                <a:solidFill>
                  <a:srgbClr val="000000"/>
                </a:solidFill>
                <a:latin typeface="Sukar Bold"/>
                <a:ea typeface="Sukar Bold"/>
                <a:cs typeface="Sukar Bold"/>
                <a:sym typeface="Sukar Bold"/>
              </a:rPr>
              <a:t>Bisa dikembangkan ke level smart energy management</a:t>
            </a:r>
          </a:p>
          <a:p>
            <a:pPr algn="l">
              <a:lnSpc>
                <a:spcPts val="450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1F1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589027">
            <a:off x="-2309566" y="7883971"/>
            <a:ext cx="4947690" cy="3086100"/>
            <a:chOff x="0" y="0"/>
            <a:chExt cx="130309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03095" cy="812800"/>
            </a:xfrm>
            <a:custGeom>
              <a:avLst/>
              <a:gdLst/>
              <a:ahLst/>
              <a:cxnLst/>
              <a:rect r="r" b="b" t="t" l="l"/>
              <a:pathLst>
                <a:path h="812800" w="1303095">
                  <a:moveTo>
                    <a:pt x="0" y="0"/>
                  </a:moveTo>
                  <a:lnTo>
                    <a:pt x="1303095" y="0"/>
                  </a:lnTo>
                  <a:lnTo>
                    <a:pt x="13030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303095" cy="850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6635906" y="9154707"/>
            <a:ext cx="14144497" cy="1186504"/>
            <a:chOff x="0" y="0"/>
            <a:chExt cx="1527407" cy="12812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7407" cy="128126"/>
            </a:xfrm>
            <a:custGeom>
              <a:avLst/>
              <a:gdLst/>
              <a:ahLst/>
              <a:cxnLst/>
              <a:rect r="r" b="b" t="t" l="l"/>
              <a:pathLst>
                <a:path h="128126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1527407" y="128126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01600" y="-38100"/>
              <a:ext cx="1324207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993391" y="9374487"/>
            <a:ext cx="10131768" cy="1522495"/>
            <a:chOff x="0" y="0"/>
            <a:chExt cx="852641" cy="1281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52641" cy="128126"/>
            </a:xfrm>
            <a:custGeom>
              <a:avLst/>
              <a:gdLst/>
              <a:ahLst/>
              <a:cxnLst/>
              <a:rect r="r" b="b" t="t" l="l"/>
              <a:pathLst>
                <a:path h="128126" w="852641">
                  <a:moveTo>
                    <a:pt x="649441" y="0"/>
                  </a:moveTo>
                  <a:lnTo>
                    <a:pt x="0" y="0"/>
                  </a:lnTo>
                  <a:lnTo>
                    <a:pt x="203200" y="128126"/>
                  </a:lnTo>
                  <a:lnTo>
                    <a:pt x="852641" y="128126"/>
                  </a:lnTo>
                  <a:lnTo>
                    <a:pt x="649441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649441" cy="1662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939656" y="9367336"/>
            <a:ext cx="5343123" cy="761247"/>
            <a:chOff x="0" y="0"/>
            <a:chExt cx="1219374" cy="17372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374" cy="173727"/>
            </a:xfrm>
            <a:custGeom>
              <a:avLst/>
              <a:gdLst/>
              <a:ahLst/>
              <a:cxnLst/>
              <a:rect r="r" b="b" t="t" l="l"/>
              <a:pathLst>
                <a:path h="173727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73727"/>
                  </a:lnTo>
                  <a:lnTo>
                    <a:pt x="1219374" y="173727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01600" y="-38100"/>
              <a:ext cx="1016174" cy="211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6649855" y="9575641"/>
            <a:ext cx="14144497" cy="1340390"/>
            <a:chOff x="0" y="0"/>
            <a:chExt cx="1527407" cy="14474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366617" y="8947666"/>
            <a:ext cx="13622175" cy="853642"/>
            <a:chOff x="0" y="0"/>
            <a:chExt cx="3145382" cy="1971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45382" cy="197107"/>
            </a:xfrm>
            <a:custGeom>
              <a:avLst/>
              <a:gdLst/>
              <a:ahLst/>
              <a:cxnLst/>
              <a:rect r="r" b="b" t="t" l="l"/>
              <a:pathLst>
                <a:path h="197107" w="3145382">
                  <a:moveTo>
                    <a:pt x="2942182" y="0"/>
                  </a:moveTo>
                  <a:lnTo>
                    <a:pt x="0" y="0"/>
                  </a:lnTo>
                  <a:lnTo>
                    <a:pt x="203200" y="197107"/>
                  </a:lnTo>
                  <a:lnTo>
                    <a:pt x="3145382" y="197107"/>
                  </a:lnTo>
                  <a:lnTo>
                    <a:pt x="2942182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2C4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101600" y="-38100"/>
              <a:ext cx="2942182" cy="23520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818405" y="-292640"/>
            <a:ext cx="14144497" cy="1340390"/>
            <a:chOff x="0" y="0"/>
            <a:chExt cx="1527407" cy="1447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67718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780485" y="254490"/>
            <a:ext cx="5343123" cy="707535"/>
            <a:chOff x="0" y="0"/>
            <a:chExt cx="1219374" cy="16146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19374" cy="161469"/>
            </a:xfrm>
            <a:custGeom>
              <a:avLst/>
              <a:gdLst/>
              <a:ahLst/>
              <a:cxnLst/>
              <a:rect r="r" b="b" t="t" l="l"/>
              <a:pathLst>
                <a:path h="161469" w="1219374">
                  <a:moveTo>
                    <a:pt x="1016174" y="0"/>
                  </a:moveTo>
                  <a:lnTo>
                    <a:pt x="0" y="0"/>
                  </a:lnTo>
                  <a:lnTo>
                    <a:pt x="203200" y="161469"/>
                  </a:lnTo>
                  <a:lnTo>
                    <a:pt x="1219374" y="161469"/>
                  </a:lnTo>
                  <a:lnTo>
                    <a:pt x="1016174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101600" y="-38100"/>
              <a:ext cx="1016174" cy="199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044319" y="-670195"/>
            <a:ext cx="14144497" cy="1340390"/>
            <a:chOff x="0" y="0"/>
            <a:chExt cx="1527407" cy="14474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527407" cy="144743"/>
            </a:xfrm>
            <a:custGeom>
              <a:avLst/>
              <a:gdLst/>
              <a:ahLst/>
              <a:cxnLst/>
              <a:rect r="r" b="b" t="t" l="l"/>
              <a:pathLst>
                <a:path h="144743" w="1527407">
                  <a:moveTo>
                    <a:pt x="1324207" y="0"/>
                  </a:moveTo>
                  <a:lnTo>
                    <a:pt x="0" y="0"/>
                  </a:lnTo>
                  <a:lnTo>
                    <a:pt x="203200" y="144743"/>
                  </a:lnTo>
                  <a:lnTo>
                    <a:pt x="1527407" y="144743"/>
                  </a:lnTo>
                  <a:lnTo>
                    <a:pt x="1324207" y="0"/>
                  </a:lnTo>
                  <a:close/>
                </a:path>
              </a:pathLst>
            </a:custGeom>
            <a:solidFill>
              <a:srgbClr val="002C4F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38100"/>
              <a:ext cx="1324207" cy="1828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21230" y="3115703"/>
            <a:ext cx="8398773" cy="4190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125"/>
              </a:lnSpc>
            </a:pPr>
            <a:r>
              <a:rPr lang="en-US" sz="16125" b="true">
                <a:solidFill>
                  <a:srgbClr val="002C4F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TERIMA </a:t>
            </a:r>
            <a:r>
              <a:rPr lang="en-US" sz="16125" b="true">
                <a:solidFill>
                  <a:srgbClr val="677186"/>
                </a:solidFill>
                <a:latin typeface="Inter Ultra-Bold"/>
                <a:ea typeface="Inter Ultra-Bold"/>
                <a:cs typeface="Inter Ultra-Bold"/>
                <a:sym typeface="Inter Ultra-Bold"/>
              </a:rPr>
              <a:t>KASIH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10270" y="3969443"/>
            <a:ext cx="6549030" cy="2281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83"/>
              </a:lnSpc>
            </a:pPr>
            <a:r>
              <a:rPr lang="en-US" sz="32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Link Video Pendek :</a:t>
            </a:r>
          </a:p>
          <a:p>
            <a:pPr algn="ctr">
              <a:lnSpc>
                <a:spcPts val="4583"/>
              </a:lnSpc>
              <a:spcBef>
                <a:spcPct val="0"/>
              </a:spcBef>
            </a:pPr>
            <a:r>
              <a:rPr lang="en-US" sz="327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https://drive.google.com/file/d/1bdyQihNFbl6OnL9QvR1Q_Gj12umeS__x/view?usp=drivesdk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DAGmlLWF3a0</dc:identifier>
  <dcterms:modified xsi:type="dcterms:W3CDTF">2011-08-01T06:04:30Z</dcterms:modified>
  <cp:revision>1</cp:revision>
  <dc:title>Mikrokontroller</dc:title>
</cp:coreProperties>
</file>